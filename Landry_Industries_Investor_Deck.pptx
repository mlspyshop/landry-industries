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Landry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Carbon‑Negative Materials &amp; Autonomous Science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Petrochemical materials dominate global manufacturing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Advanced materials and climate tech markets exceed $2T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Hemp‑derived vitrimer composite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Carbon‑negative recyclable composites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scientific research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Sustainable hemp industrial processing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Regenerative architecture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Automotive, aerospace, construction, electronics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Whole‑system integration of materials and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Licensing, SaaS AI tools, manufacturing partnerships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Materials licensing, research AI software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Government grants + strategic investment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Materials science and AI research programs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Climate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reduction in petrochemical materials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Economic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sustainable manufacturing sectors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Composite materials prototypes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Universities, manufacturers, research institutes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validation → pilot manufacturing → scale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$20M strategic investment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Research, lab facilities, manufacturing pilots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Founder + research partners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Transition to carbon‑negative industrial systems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sustainable manufacturing infrastructure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the future of regenerative industry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