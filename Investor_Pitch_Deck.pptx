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Landry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Carbon‑Negative Materials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Petrochemical manufacturing dominates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Bio‑derived composites and AI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materials and climate tech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Hemp‑derived composite materials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Licensing, manufacturing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 reduction and sustainable industry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investment and research grants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